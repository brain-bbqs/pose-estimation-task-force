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vmKN3hQ2RyDULgWC2VJFOz1Dubv1knreGvhmZfcCi3o/edit?slide=id.p&amp;pli=1#slide=id.p" TargetMode="External"/><Relationship Id="rId3" Type="http://schemas.openxmlformats.org/officeDocument/2006/relationships/hyperlink" Target="https://docs.google.com/document/d/1Rq-XuTlAWTqzmtakAUd4xnpLX1l0G_j3UBguvKS-aX4/edit?tab=t.cro4t74n9ee2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aad91e07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1aad91e07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handiness: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the pitch slides: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https://docs.google.com/presentation/d/1vmKN3hQ2RyDULgWC2VJFOz1Dubv1knreGvhmZfcCi3o/edit?slide=id.p&amp;pli=1#slide=id.p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https://docs.google.com/document/d/1Rq-XuTlAWTqzmtakAUd4xnpLX1l0G_j3UBguvKS-aX4/edit?tab=t.cro4t74n9ee2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1aad91e07_1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1aad91e07_1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1aad91e07_1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1aad91e07_1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aad91e07_1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aad91e07_1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aad91e07_1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aad91e07_1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cody.c.baker.phd@gmail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Pose Estimation Task Force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4272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i="1" lang="en"/>
              <a:t>Towards foundational models for cross-species models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18475" y="4243200"/>
            <a:ext cx="450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BBQS Consortium in-person meeting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July 15-17, 2026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</a:t>
            </a:r>
            <a:r>
              <a:rPr lang="en"/>
              <a:t>(please add your email)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(s): Talmo Pereira, Cody Baker, &amp; </a:t>
            </a:r>
            <a:r>
              <a:rPr lang="en"/>
              <a:t>Rahul Hingorani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WHO: More </a:t>
            </a:r>
            <a:r>
              <a:rPr lang="en"/>
              <a:t>TBD (if interested, just </a:t>
            </a:r>
            <a:r>
              <a:rPr lang="en"/>
              <a:t>email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cody.c.baker.phd@gmail.com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[ Ideally everyone doing pose estimation in their daily lives 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GOAL(s): 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</a:t>
            </a:r>
            <a:r>
              <a:rPr lang="en"/>
              <a:t>universally</a:t>
            </a:r>
            <a:r>
              <a:rPr lang="en"/>
              <a:t> applicable cross-species foundation models for one-shot pose estimation.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the norm of pose estimation processing away from local operation towards end-to-end cloud pipelines.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how to generate and curate enough data for improving robustness of models.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Outcomes/Challenges: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 a user-friendly web-only frontend for rapid video frame annotation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 a gold standard meta-collection of high-quality, human-annotated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Collate and standardize all training data into the common EMBER backend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crowd-sourced annotations and establish curation rankings for submissions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 a similarly user-friendly web-only frontend for visualizing the outcomes of model inference and offering quality metric evaluations to ensure high confidence (or feedback mechanism for re-labeling weight)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Rodent-friendly models versus cross-species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next: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Consolidate as much data from as many labs as possible within, across, and even outside BBQS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 hands-on session at the workshop to introduce this tool to the consortium and educate as many new data annotators as possible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